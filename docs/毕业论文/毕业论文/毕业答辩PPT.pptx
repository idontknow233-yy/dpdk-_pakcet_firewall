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63B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基于DPDK的高性能数据包防火墙设计与实现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毕业设计答辩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计算机科学与技术学院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2026年6月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研究背景与意义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传统防火墙局限性、DPDK技术优势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系统架构设计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数据面与控制面分离架构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核心模块实现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ACL、连接跟踪、路由转发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系统测试与分析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功能测试、性能测试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05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总结与展望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成果总结、改进方向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研究背景与意义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传统防火墙的性能瓶颈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中断处理：高速网络下海量中断消耗CPU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内存拷贝：多次sk_buff复制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上下文切换：用户态/内核态切换损耗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锁竞争：多核访问共享数据开销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10Gbps线速处理64B包需14.88Mpps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5577840" cy="2468880"/>
          </a:xfrm>
          <a:prstGeom prst="roundRect">
            <a:avLst>
              <a:gd name="adj" fmla="val 2963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DPDK核心技术优势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98448"/>
            <a:ext cx="53035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用户态轮询：避免中断，纯CPU处理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大页内存：降低TLB Miss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CPU绑定：独占核，消除调度开销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批量处理：摊薄单包开销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零拷贝：网卡直访应用内存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多队列RSS：多核并行处理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11247120" cy="2194560"/>
          </a:xfrm>
          <a:prstGeom prst="roundRect">
            <a:avLst>
              <a:gd name="adj" fmla="val 3333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50208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理论意义：探索DPDK在网络安全领域的应用，为高性能防火墙提供参考方案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实践意义：设计的防火墙可应用于数据中心、云计算等场景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技术路线：数据面高速处理 + 控制面灵活管理 = 高效安全的网络防护系统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为什么选择DPDK框架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1124712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01752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DPDK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AF_XDP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接近线速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接近DPDK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生态成熟度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最完善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快速发展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网卡兼容性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主流网卡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现代网卡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开发便利性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丰富库支持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需要XDP基础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较低层API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383280"/>
            <a:ext cx="11247120" cy="2377440"/>
          </a:xfrm>
          <a:prstGeom prst="roundRect">
            <a:avLst>
              <a:gd name="adj" fmla="val 3077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选择结论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767328"/>
            <a:ext cx="10972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综合性能需求、开发效率、生态支持等因素，DPDK是构建高性能防火墙系统的理想选择：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最完善的开源生态和社区支持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丰富的优化数据结构（rte_hash、rte_lpm、rte_acl）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被商业产品广泛验证的稳定性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完善的中文文档和示例代码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系统架构设计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 - 数据面与控制面分离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【数据面 Data Plane】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负责高速数据包处理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协议解析（Ethernet/IPv4/IPv6/TCP/UDP）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ACL规则匹配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状态化连接跟踪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路由查找（LPM）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ARP/ND地址解析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批量发包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【控制面 Control Plane】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负责配置管理与状态监控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CLI命令行接口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配置下发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状态上报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5577840" cy="2194560"/>
          </a:xfrm>
          <a:prstGeom prst="roundRect">
            <a:avLst>
              <a:gd name="adj" fmla="val 3333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IPC通信机制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98448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共享内存：配置信息、统计数据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无锁消息队列：控制命令传递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版本号机制：无锁同步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优势：配置更新不影响在线流量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329184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3383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处理流水线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3675888"/>
            <a:ext cx="53035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收包 → 协议解析 → 攻击检测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ACL检查 → 会话跟踪 → 路由查找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ARP解析 → 发包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每个环节均为纯CPU处理，无阻塞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数据面处理流水线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97764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收包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多队列轮询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842516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协议解析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Ethernet/IP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7268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攻击检测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SYN Flood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32020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ACL检查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五元组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76772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会话跟踪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TCP/UDP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621524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路由查找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LPM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9066276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ARP解析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MAC地址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→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0511028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发包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批量发送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65760" y="274320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多核处理模型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3127248"/>
            <a:ext cx="5303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【1收包核 + N处理核】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收包线程：独占CPU核轮询网卡队列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处理线程：数据包解析、匹配、转发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发包线程：批量发送，批量确认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各核通过rte_ring无锁队列通信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形成流水线处理模式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743200"/>
            <a:ext cx="5577840" cy="2926080"/>
          </a:xfrm>
          <a:prstGeom prst="roundRect">
            <a:avLst>
              <a:gd name="adj" fmla="val 25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EAL初始化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640" y="3127248"/>
            <a:ext cx="53035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【Environment Abstraction Layer】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解析命令行参数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分配大页内存（2MB/1GB）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初始化多核调度框架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建立CPU逻辑核映射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网卡驱动加载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main() → rte_eal_init()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launch_on_lcores()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核心模块实现 - ACL规则引擎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ACL规则结构（五元组）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源IP地址      src_ip / src_mask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目的IP地址    dst_ip / dst_mask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源端口范围    src_port_min ~ src_port_max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目的端口范围  dst_port_min ~ dst_port_max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协议类型      proto (TCP/UDP/ICMP)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          allow / deny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支持精确匹配和范围匹配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匹配算法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98448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线性匹配算法：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按顺序遍历所有规则，返回首个匹配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优化方向：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rte_acl库（决策树）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Tuple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HyperSplit算法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大规模规则集可切换为DPDK ACL库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4133088"/>
            <a:ext cx="10972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动态添加/删除/清空规则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ACL命中统计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默认策略配置（允许/拒绝）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双缓冲机制实现原子配置更新：新配置在备用上下文构建，确认后原子切换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核心模块实现 - 会话跟踪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会话表结构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使用rte_hash存储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键：五元组 (src_ip, dst_ip, src_port, dst_port, proto)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值：会话状态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last_seen_tsc：最后活跃时间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packets：包计数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bytes：字节计数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每CPU核维护独立会话表，避免锁竞争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TCP状态跟踪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9844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连接状态机：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LISTEN → SYN_RECV → ESTABLISHED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ESTABLISHED → FIN_WAIT → CLOSED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处理三次握手、四次挥手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UDP会话：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基于超时机制维护会话表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被动超时：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每次访问会话时检查，超时则删除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主动扫描：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定期扫描会话表，删除超时会话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TCP会话超时：几分钟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UDP会话超时：30-60秒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会话流程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数据包到达 → 查询会话表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是              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更新last_seen  创建新会话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更新计数        插入哈希表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系统测试与分析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291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【硬件】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Intel Xeon服务器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Intel X710 10GbE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DDR4内存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【软件】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Ubuntu 22.04 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DPDK 24.11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GCC 11.x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9144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298448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数据包过滤 - ACL规则正确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连接跟踪 - TCP/UDP正常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路由转发 - 正确查表转发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CLI命令 - 各命令正常执行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IPv6处理 - 基础功能正常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0" y="9144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1298448"/>
            <a:ext cx="31089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10Gbps线速（14.88Mpps）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微秒级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并发连接：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10万+级别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11247120" cy="1645920"/>
          </a:xfrm>
          <a:prstGeom prst="roundRect">
            <a:avLst>
              <a:gd name="adj" fmla="val 4444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91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性能测试结果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84448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【吞吐量测试】64B最小包可达到接近线速，多种包大小下性能稳定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【延迟测试】微秒级延迟，满足实时处理需求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【并发测试】会话表支持10万+并发连接，内存占用可控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937760"/>
          <a:ext cx="11247120" cy="128016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320040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传统软件防火墙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DPDK防火墙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3-5 Mpps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14+ Mpps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3-5x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延迟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100+ μs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&lt;10 μs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10x+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CPU效率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核心模块实现 - 其他模块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路由模块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【LPM最长前缀匹配】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基于rte_lpm库实现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查找复杂度 O(k)，IPv4为4层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支持IPv4和IPv6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【转发流程】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解析IP → 查路由表 → 获取下一跳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查询ARP → 更新MAC头 → 发送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91440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ARP模块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29844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【ARP表结构】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IP地址 → MAC地址映射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【地址解析】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未知MAC时触发ARP请求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收到应答更新ARP表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免费ARP定期发送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IPv6使用邻居发现协议(ND)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IPv6模块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【与IPv4对比】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地址128位（16字节）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使用rte_ipv6_hdr结构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路由使用rte_lpm6库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【邻居发现协议】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NS (Neighbor Solicitation)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NA (Neighbor Advertisement)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替代ARP功能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CLI控制面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使用rte_cmdline库实现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【命令示例】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acl add/del/list/clear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show port stats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show sessions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show routes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支持在线配置和状态查询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总结与展望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097280" cy="3200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主要工作总结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9728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本文设计并实现了一个基于DPDK的高性能数据包防火墙系统：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数据面与控制面分离架构 - 兼顾高性能与灵活管理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完整数据包处理流水线 - 协议解析、ACL、连接跟踪、路由转发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五元组ACL规则引擎 - 支持动态规则管理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状态化连接跟踪 - TCP状态机 + UDP超时机制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IPC通信机制 - 共享内存 + 无锁消息队列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万兆线速处理能力 - 微秒级延迟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存在的不足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IPv6功能有待完善（SLAAC/DHCPv6）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ACL匹配算法可进一步优化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多核扩展性存在瓶颈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Web管理界面缺失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日志系统不完善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33832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3767328"/>
            <a:ext cx="53035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完善IPv6邻居发现协议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引入rte_acl库优化匹配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无锁数据结构减少同步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开发Vue.js Web管理界面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增强安全检测算法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完善日志和告警机制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645920"/>
            <a:ext cx="1828800" cy="182880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感谢聆听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敬请批评指正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基于DPDK的高性能数据包防火墙设计与实现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基于DPDK的高性能数据包防火墙设计与实现</dc:title>
  <dc:subject>毕业答辩</dc:subject>
  <dc:creator>Student</dc:creator>
  <cp:lastModifiedBy>Student</cp:lastModifiedBy>
  <cp:revision>1</cp:revision>
  <dcterms:created xsi:type="dcterms:W3CDTF">2026-03-24T14:43:42Z</dcterms:created>
  <dcterms:modified xsi:type="dcterms:W3CDTF">2026-03-24T14:43:42Z</dcterms:modified>
</cp:coreProperties>
</file>